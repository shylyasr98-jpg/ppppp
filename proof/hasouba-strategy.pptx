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49240" y="658368"/>
            <a:ext cx="1508760" cy="50292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18F84"/>
                </a:solidFill>
                <a:latin typeface="Aptos"/>
              </a:rPr>
              <a:t>HASOUBA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2313F"/>
                </a:solidFill>
                <a:latin typeface="Aptos"/>
              </a:rPr>
              <a:t>DIGITAL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>
                <a:solidFill>
                  <a:srgbClr val="5B6770"/>
                </a:solidFill>
                <a:latin typeface="Aptos"/>
              </a:rPr>
              <a:t>Strategy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3429000"/>
            <a:ext cx="1920240" cy="41148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770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313F"/>
                </a:solidFill>
                <a:latin typeface="Aptos"/>
              </a:rPr>
              <a:t>Sohail Yasser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0"/>
                </a:solidFill>
                <a:latin typeface="Aptos"/>
              </a:rPr>
              <a:t>A practical plan for awareness, engagement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B6770"/>
                </a:solidFill>
                <a:latin typeface="Aptos"/>
              </a:rPr>
              <a:t>2026  • 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65760"/>
            <a:ext cx="1143000" cy="41148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F84"/>
                </a:solidFill>
                <a:latin typeface="Aptos"/>
              </a:rPr>
              <a:t>01 |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2313F"/>
                </a:solidFill>
                <a:latin typeface="Aptos"/>
              </a:rPr>
              <a:t>Digital Marketing Strategy for Hasouba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669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77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Aptos"/>
              </a:rPr>
              <a:t>A practical, customer-focused approach to building online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3911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Introduce Yourself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4144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Hello everyone, my name is Sohail Yasser. I am a medical student interested in digital marketing.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17296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401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Project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85616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Build a simple and effective digital marketing plan that increases awareness, reaches the right customers, and improves engagement.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4517136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1830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Presentation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Target Audience &amp; Market Analysis  →  Digital Marketing Strategy  →  Content Creation &amp; Performance Measurement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5852159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770"/>
                </a:solidFill>
                <a:latin typeface="Aptos"/>
              </a:rPr>
              <a:t>HASOUBA  •  DIGITAL MARKETING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65760"/>
            <a:ext cx="1143000" cy="41148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F84"/>
                </a:solidFill>
                <a:latin typeface="Aptos"/>
              </a:rPr>
              <a:t>02 |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2313F"/>
                </a:solidFill>
                <a:latin typeface="Aptos"/>
              </a:rPr>
              <a:t>From Research to Measurable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669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77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56816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Develop a digital marketing strategy for Hasouba, a business selling laptops, PCs, and accessories. Goals: increase brand awareness, reach the right audience, create useful content, and increase customer interaction.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688336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71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351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Stage 1 – Research &amp; 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5584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Identify target customers and understand their needs, interests, problems, and buying behavior. Examples include students, engineers, programmers, gamers, and employees.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408736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5254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Stage 2 – Strategy &amp; Content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54880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Choose suitable platforms such as Instagram, TikTok, Facebook, and LinkedIn. Create educational posts, short videos, product recommendations, and problem-solving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5486400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760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74243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Stage 3 – Launch &amp;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14476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Publish the content and measure reach, views, engagement, clicks, and customer responses to improve the strategy.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687628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770"/>
                </a:solidFill>
                <a:latin typeface="Aptos"/>
              </a:rPr>
              <a:t>HASOUBA  •  DIGITAL MARKETING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65760"/>
            <a:ext cx="1143000" cy="41148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F84"/>
                </a:solidFill>
                <a:latin typeface="Aptos"/>
              </a:rPr>
              <a:t>03 |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2313F"/>
                </a:solidFill>
                <a:latin typeface="Aptos"/>
              </a:rPr>
              <a:t>Client Q&amp;A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669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77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191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Client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8424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“Why should Hasouba invest in digital marketing instead of relying only on traditional advertising?”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71576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017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9923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Our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Digital marketing gives Hasouba a targeted and measurable way to reach customer groups based on their interests and needs. It is also easier to improve using performance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4133087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262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0799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Ask for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1032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“Do you have any feedback on the proposed strategy, target audience, or content plan? Is there anything you would like us to change or improve?”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564184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870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85216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254496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Listen to the client, adjust the plan, validate the direction, and then move to implementation.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6986016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770"/>
                </a:solidFill>
                <a:latin typeface="Aptos"/>
              </a:rPr>
              <a:t>HASOUBA  •  DIGITAL MARKETING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65760"/>
            <a:ext cx="1143000" cy="41148"/>
          </a:xfrm>
          <a:prstGeom prst="rect">
            <a:avLst/>
          </a:prstGeom>
          <a:solidFill>
            <a:srgbClr val="B8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F84"/>
                </a:solidFill>
                <a:latin typeface="Aptos"/>
              </a:rPr>
              <a:t>04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2313F"/>
                </a:solidFill>
                <a:latin typeface="Aptos"/>
              </a:rPr>
              <a:t>Key Takeaways &amp;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669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77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Know the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3852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Understand the target audience and their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67004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2491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Build the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2724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Create an effective digital marketing strategy using suitable platforms and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85876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31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18F8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1363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Measure &amp;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1596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Track performance and continuously improve the strategy based on the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5047488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20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995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0235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04688"/>
            <a:ext cx="9966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770"/>
                </a:solidFill>
                <a:latin typeface="Aptos"/>
              </a:rPr>
              <a:t>Implement the plan, publish the content, collect performance data, analyze the results, and make the necessary improvements.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6236207"/>
            <a:ext cx="9921240" cy="16459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313F"/>
                </a:solidFill>
                <a:latin typeface="Aptos"/>
              </a:rPr>
              <a:t>Thank you for your time and attention.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B6770"/>
                </a:solidFill>
                <a:latin typeface="Aptos"/>
              </a:rPr>
              <a:t>HASOUBA  •  DIGITAL MARKETING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